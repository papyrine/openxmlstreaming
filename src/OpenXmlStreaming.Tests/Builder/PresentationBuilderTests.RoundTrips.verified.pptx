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DeterministicI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DeterministicId3"/>
  </p:sldMasterIdLst>
  <p:sldIdLst>
    <p:sldId xmlns:r="http://schemas.openxmlformats.org/officeDocument/2006/relationships" id="256" r:id="DeterministicId1"/>
    <p:sldId xmlns:r="http://schemas.openxmlformats.org/officeDocument/2006/relationships" id="257" r:id="DeterministicId2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1.xml" Id="DeterministicId1" /><Relationship Type="http://schemas.openxmlformats.org/officeDocument/2006/relationships/slide" Target="slides/slide2.xml" Id="DeterministicId2" /><Relationship Type="http://schemas.openxmlformats.org/officeDocument/2006/relationships/slideMaster" Target="slideMasters/slideMaster1.xml" Id="DeterministicId3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Relationship Type="http://schemas.openxmlformats.org/officeDocument/2006/relationships/theme" Target="/ppt/theme/theme1.xml" Id="DeterministicI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DeterministicId1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Kickoff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Agenda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1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